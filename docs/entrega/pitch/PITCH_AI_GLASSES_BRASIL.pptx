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consulta deveria ser uma conversa entre médico e paciente.
Mas o médico precisa escutar, raciocinar e documentar ao mesmo tempo.
Essa disputa reduz o contato visual e frequentemente estende o trabalho para depois do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queríamos assumir que um estudo internacional representava a rotina brasileira.
O Dr. Ranieri resumiu a tensão central: o prontuário deveria registrar a consulta, não interrompê-la.
A próxima rodada de entrevistas mede tempo, contato visual, confiança e os principais receios.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Nossa proposta é um assistente de prontuário automático para Ray-Ban Meta.
O médico conduz a consulta sem tocar em telas.
O áudio é processado localmente no Android, fotos e atestados podem ser solicitados por voz e, ao final, o médico recebe um rascunho para revisar.
A inteligência artificial prepara; o médico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o paciente é informado e registra o consentimento.
Durante a consulta, o microfone dos óculos envia o áudio ao Android por HFP.
Ao dizer registrar imagem, o DAT captura uma foto pontual e responde imagem registrada.
Ao encerrar, a IA organiza apenas fatos presentes na transcrição.
Em nosso teste, o ASR errou um CID e o sistema corretamente o omitiu.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DAT 0.9 controla a câmera, enquanto o áudio usa o caminho HFP documentado pela Meta.
No telefone, o Vosk transcreve e o pipeline organiza os fatos sem gerar informação nova.
As respostas voltam por TTS.
Se alguma camada falha, o sistema degrada função antes de perder 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Já validamos o pipeline completo no emulador Android: áudio real, transcrição, foto por voz, SOAP, atestado, criptografia e revisão.
São 52 testes automatizados.
Nossa equipe reúne Lucas Pacheco em Android e front-end, Marcos Paulo em inteligência artificial e Lucas Isaac em inteligência artificial, privacidade e requisitos.
No hackathon, nossa primeira hora será dedicada a validar o HFP, a câmera DAT e a autonomia no hardware real.
Não queremos substituir o julgamento médico. Queremos devolver ao médico tempo e atenção para 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ospaulo429/meta-glasses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spaulo/Documents/meta-glasses/docs/entrega/pitch/assets/doctor-hero.jp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2011680" cy="6858000"/>
          </a:xfrm>
          <a:prstGeom prst="rect">
            <a:avLst/>
          </a:prstGeom>
          <a:solidFill>
            <a:srgbClr val="0B211B">
              <a:alpha val="80000"/>
            </a:srgbClr>
          </a:solidFill>
          <a:ln w="12700">
            <a:solidFill>
              <a:srgbClr val="0B21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58368" y="65836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PRONTUÁRIO DISPUTA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ATENÇÃO COM O PACIENTE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Escutar, raciocinar e documentar — ao mesmo tempo.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2971800"/>
            <a:ext cx="4297680" cy="0"/>
          </a:xfrm>
          <a:prstGeom prst="line">
            <a:avLst/>
          </a:prstGeom>
          <a:noFill/>
          <a:ln w="25400">
            <a:solidFill>
              <a:srgbClr val="C8E66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310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</a:t>
            </a:r>
            <a:endParaRPr lang="en-US" sz="4900" dirty="0"/>
          </a:p>
        </p:txBody>
      </p:sp>
      <p:sp>
        <p:nvSpPr>
          <p:cNvPr id="9" name="Text 6"/>
          <p:cNvSpPr/>
          <p:nvPr/>
        </p:nvSpPr>
        <p:spPr>
          <a:xfrm>
            <a:off x="1874520" y="3703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prontuário e tarefas administrativas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cada 1h de atendimento clínico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" y="459028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8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Sinsky et al. · Annals of Internal Medicine · 2016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85800" y="618134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685800" y="641908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u="sng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LOCAL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Essa dor também aparece na prática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escuta inicial e quatro perguntas para orientar a validação com médicos.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24612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574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8E6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67004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“O prontuário deveria registrar a consulta, não interrompê-la.”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Dr. Ranieri · médico entrevistado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596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43400" y="23957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Quanto tempo vai para o prontuário?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88212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9185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09560" y="23957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registro reduz o contato visual?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315968" y="373075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25696" y="3794760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43400" y="4251960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gera confiança em um rascunho automático?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882128" y="3730752"/>
            <a:ext cx="164592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91856" y="379476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EIXOS DE VALIDAÇÃO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09560" y="42519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Precisão · privacidade · revisão · bateria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Atender primeiro. Revisar depois.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experiência clínica mãos livres — com o médico sempre no controle.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00400" cy="3200400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74320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MÃOS LIVRES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344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Ray-Ban Meta + Android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98424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874520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sem tocar em telas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17720" y="277977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2670048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clínico processado localmente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3575304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37176" y="3465576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comando de voz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617720" y="4370832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4261104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revisa e confirma tudo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617720" y="5175504"/>
            <a:ext cx="20574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523951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“REGISTRAR IMAGEM”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9712" y="5175504"/>
            <a:ext cx="1965960" cy="384048"/>
          </a:xfrm>
          <a:prstGeom prst="roundRect">
            <a:avLst>
              <a:gd name="adj" fmla="val 19048"/>
            </a:avLst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5239512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“EMITIR ATESTADO”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79408" y="5175504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523951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“ENCERRAR CONSULTA”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EXPERIÊNCIA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consulta, cinco momentos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consentimento ao prontuário revisado.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048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CONSENTIR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Finalidade e autorizações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92624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45536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45536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45536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63824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pelos óculos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0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68112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68112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68112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0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voz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637776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6096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90688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90688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808976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com origem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48672" y="2148840"/>
            <a:ext cx="2066544" cy="2011680"/>
          </a:xfrm>
          <a:prstGeom prst="roundRect">
            <a:avLst/>
          </a:prstGeom>
          <a:solidFill>
            <a:srgbClr val="0E604B"/>
          </a:solidFill>
          <a:ln w="15240">
            <a:solidFill>
              <a:srgbClr val="0E60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13264" y="2313432"/>
            <a:ext cx="411480" cy="411480"/>
          </a:xfrm>
          <a:prstGeom prst="ellipse">
            <a:avLst/>
          </a:prstGeom>
          <a:solidFill>
            <a:srgbClr val="C8E662"/>
          </a:solidFill>
          <a:ln w="12700">
            <a:solidFill>
              <a:srgbClr val="C8E6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13264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13264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131552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DE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confirmar ou descartar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417320" y="4892040"/>
            <a:ext cx="9281160" cy="658368"/>
          </a:xfrm>
          <a:prstGeom prst="roundRect">
            <a:avLst/>
          </a:prstGeom>
          <a:solidFill>
            <a:srgbClr val="FFF3D1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5093208"/>
            <a:ext cx="8732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11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transcrição falhou em um código clínico? O sistema omite — não tenta adivinhar.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37" name="Text 35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Inteligência local. Médico no controle.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arquitetura estreita, auditável e desenhada para degradar com segurança.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148840" cy="1261872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ÓCULOS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+ câmera Meta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1693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1965960"/>
            <a:ext cx="2148840" cy="1261872"/>
          </a:xfrm>
          <a:prstGeom prst="roundRect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ANDROID LOCAL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9184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AudioRecord + Vosk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81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96128" y="1965960"/>
            <a:ext cx="2148840" cy="1261872"/>
          </a:xfrm>
          <a:prstGeom prst="roundRect">
            <a:avLst/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CLÍNICO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76072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Fatos + prontuário + origem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5469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5008" y="1965960"/>
            <a:ext cx="2148840" cy="1261872"/>
          </a:xfrm>
          <a:prstGeom prst="roundRect">
            <a:avLst/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 · confirmar · excluir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442448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08208" y="1965960"/>
            <a:ext cx="768096" cy="1261872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27080" y="242316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VOZ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877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QUANDO ALGO FALHA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4343400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Câmera ou bateria crítica → preserva o áudio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20624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5696" y="434340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dos óculos indisponível → mic do telefone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54380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434340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Transcrição incerta → não informado, nunca inferido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3429000" y="5349240"/>
            <a:ext cx="5349240" cy="50292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5513832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inteligência em nuvem · retenção mínima · revisão humana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 completo entregue em arquitetura.png + arquitetura.mmd</a:t>
            </a:r>
            <a:endParaRPr lang="en-US" sz="750" dirty="0"/>
          </a:p>
        </p:txBody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EVIDÊNCIA, EQUIPE E 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Não é apenas uma ideia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Execução comprovada, competências complementares e um próximo teste objetivo.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3200400" cy="288036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574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1051560" y="29718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58444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Android de ponta a ponta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· foto · atestado · cofre · revisão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HARDWARE REAL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505456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39572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 da voz pelos óculos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434840" y="326440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4296" y="315468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pontual com o toolkit Meta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34840" y="4023360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9136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Autonomia por consulta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863840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NOSSO DIFERENCIAL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82128" y="250545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01584" y="2395728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Processamento clínico local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882128" y="326440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315468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Proveniência fato a fato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882128" y="4023360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01584" y="3913632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sempre no controle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" y="4965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5321808"/>
            <a:ext cx="3337560" cy="0"/>
          </a:xfrm>
          <a:prstGeom prst="line">
            <a:avLst/>
          </a:prstGeom>
          <a:noFill/>
          <a:ln w="25400">
            <a:solidFill>
              <a:srgbClr val="0E60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46811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LUCAS PACHECO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57424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Android e front-end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462272" y="5321808"/>
            <a:ext cx="3337560" cy="0"/>
          </a:xfrm>
          <a:prstGeom prst="line">
            <a:avLst/>
          </a:prstGeom>
          <a:noFill/>
          <a:ln w="25400">
            <a:solidFill>
              <a:srgbClr val="0E6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2272" y="546811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MARCOS PAULO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62272" y="57424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Inteligência artificial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38744" y="5321808"/>
            <a:ext cx="3337560" cy="0"/>
          </a:xfrm>
          <a:prstGeom prst="line">
            <a:avLst/>
          </a:prstGeom>
          <a:noFill/>
          <a:ln w="25400">
            <a:solidFill>
              <a:srgbClr val="F06B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38744" y="546811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LUCAS ISAAC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38744" y="57424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Inteligência artificial, privacidade e requisitos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971800" y="6099048"/>
            <a:ext cx="626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604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Devolver ao médico tempo e atenção para o paciente.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35" name="Text 33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 Glasses Brasil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Assistente de Prontuário Automático</dc:title>
  <dc:subject>Vídeo-pitch — AI Glasses Brasil 2026</dc:subject>
  <dc:creator>Equipe Assistente de Prontuário Automático</dc:creator>
  <cp:lastModifiedBy>Equipe Assistente de Prontuário Automático</cp:lastModifiedBy>
  <cp:revision>1</cp:revision>
  <dcterms:created xsi:type="dcterms:W3CDTF">2026-08-22T20:36:01Z</dcterms:created>
  <dcterms:modified xsi:type="dcterms:W3CDTF">2026-08-22T20:36:01Z</dcterms:modified>
</cp:coreProperties>
</file>