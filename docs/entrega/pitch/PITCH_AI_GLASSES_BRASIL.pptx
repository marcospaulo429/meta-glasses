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
Nós somos a Medware. Nossa proposta é simples: a consulta fica com o médico; o registro, com a inteligência.
Um estudo publicado por Sinsky e colaboradores observou cerca de duas horas de prontuário e tarefas administrativas para cada hora de atendimento clínico.
Queremos enfrentar essa disputa por atenção com um assistente clínico mãos livres.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[0:25–0:45]
Na nossa escuta inicial, o Dr. Ranieri resumiu bem o problema: “O prontuário deveria registrar a consulta, não interrompê-la.”
Essa fala orientou nossas perguntas sobre tempo, contato visual e confiança.
Agora, a validação deve medir quatro eixos: precisão, privacidade, revisão médica e bateria.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[0:45–1:10]
A Medware permite que o médico conduza a consulta sem alternar continuamente para uma tela.
O áudio é processado localmente no Android, e comandos de voz permitem registrar uma foto ou preparar um atestado.
Ao final, o médico recebe um rascunho clínico para editar, confirmar ou descartar.
A inteligência prepara; o médico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[1:10–1:45]
O fluxo começa pelo consentimento. Depois, médico e paciente conversam normalmente, e somente o conteúdo autorizado entra no sistema.
Por voz, o médico pode solicitar uma foto ou um rascunho de atestado.
No Android, a Medware organiza fatos clínicos e preserva a origem de cada informação.
Por fim, o médico revisa, corrige e confirma.
Se a transcrição falhar em um código clínico, o sistema omite o dado em vez de inventar.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[1:45–2:25]
Os óculos fornecem áudio, câmera e interação mãos livres. No Android, o Vosk transcreve localmente, e o pipeline organiza fatos com origem verificável.
O médico revisa o resultado, e as confirmações retornam por voz.
O áudio usa o perfil Bluetooth de chamadas; a câmera usa o toolkit da Meta.
O conteúdo clínico não é enviado intencionalmente para inteligência em nuvem.
Se uma camada falhar, reduzimos a automação: preservamos o áudio, usamos o microfone do telefone ou marcamos a informação como não informada.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[2:25–3:00]
Hoje, temos 52 testes automatizados cobrindo o pipeline executado em emulador: prontuário, foto, atestado, cofre criptográfico e revisão.
O próximo passo é validar no hardware real a voz pelos óculos, a foto pontual e a autonomia por consulta.
Nosso diferencial combina processamento clínico local, origem verificável e decisão médica.
Lucas Pacheco lidera Android e front-end; Marcos Paulo, inteligência artificial; e Lucas Isaac, inteligência artificial, privacidade e requisitos.
A Medware não substitui o médico. Ela devolve tempo e atenção ao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ospaulo429/meta-glasses" TargetMode="External"/><Relationship Id="rId1" Type="http://schemas.openxmlformats.org/officeDocument/2006/relationships/image" Target="../media/image-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1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spaulo/Documents/meta-glasses/docs/entrega/pitch/assets/doctor-hero.jp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74920" y="0"/>
            <a:ext cx="2011680" cy="6858000"/>
          </a:xfrm>
          <a:prstGeom prst="rect">
            <a:avLst/>
          </a:prstGeom>
          <a:solidFill>
            <a:srgbClr val="0B211B">
              <a:alpha val="80000"/>
            </a:srgbClr>
          </a:solidFill>
          <a:ln w="12700">
            <a:solidFill>
              <a:srgbClr val="0B211B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43891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9B8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GLASSES BRASIL 2026  ·  BEM-ESTAR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658368" y="80467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</a:t>
            </a:r>
            <a:pPr indent="0" marL="0">
              <a:buNone/>
            </a:pPr>
            <a:r>
              <a:rPr lang="en-US" sz="4300" b="1" dirty="0">
                <a:solidFill>
                  <a:srgbClr val="C8E66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WARE</a:t>
            </a:r>
            <a:endParaRPr lang="en-US" sz="4300" dirty="0"/>
          </a:p>
        </p:txBody>
      </p:sp>
      <p:sp>
        <p:nvSpPr>
          <p:cNvPr id="6" name="Shape 3"/>
          <p:cNvSpPr/>
          <p:nvPr/>
        </p:nvSpPr>
        <p:spPr>
          <a:xfrm>
            <a:off x="685800" y="1627632"/>
            <a:ext cx="786384" cy="0"/>
          </a:xfrm>
          <a:prstGeom prst="line">
            <a:avLst/>
          </a:prstGeom>
          <a:noFill/>
          <a:ln w="50800">
            <a:solidFill>
              <a:srgbClr val="F06B4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90195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consulta fica com o médico.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registro, com a inteligência.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85800" y="2971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 assistente clínico mãos livres que transforma a consulta em rascunho de prontuário para revisão médica.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38587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422452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2h</a:t>
            </a:r>
            <a:endParaRPr lang="en-US" sz="4600" dirty="0"/>
          </a:p>
        </p:txBody>
      </p:sp>
      <p:sp>
        <p:nvSpPr>
          <p:cNvPr id="11" name="Text 8"/>
          <p:cNvSpPr/>
          <p:nvPr/>
        </p:nvSpPr>
        <p:spPr>
          <a:xfrm>
            <a:off x="1847088" y="42976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prontuário e tarefas administrativas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cada 1h de atendimento clínico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94944" y="513892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8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Sinsky et al. · Annals of Internal Medicine · 2016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85800" y="618134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MEDWARE  ·  ASSISTENTE DE PRONTUÁRIO AUTOMÁTICO</a:t>
            </a:r>
            <a:endParaRPr lang="en-US" sz="850" dirty="0"/>
          </a:p>
        </p:txBody>
      </p:sp>
      <p:sp>
        <p:nvSpPr>
          <p:cNvPr id="14" name="Text 11">
            <a:hlinkClick r:id="rId2" tooltip=""/>
          </p:cNvPr>
          <p:cNvSpPr/>
          <p:nvPr/>
        </p:nvSpPr>
        <p:spPr>
          <a:xfrm>
            <a:off x="685800" y="641908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u="sng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VALIDAÇÃO LOCAL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Essa dor também aparece na prática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escuta inicial e quatro perguntas para orientar a validação com médicos.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3246120" cy="352044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574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C8E6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267004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“O prontuário deveria registrar a consulta, não interrompê-la.”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4526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Dr. Ranieri · médico entrevistado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1596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43400" y="23957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Quanto tempo vai para o prontuário?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88212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9185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09560" y="239572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registro reduz o contato visual?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315968" y="373075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25696" y="3794760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43400" y="4251960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que gera confiança em um rascunho automático?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882128" y="3730752"/>
            <a:ext cx="1645920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91856" y="379476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EIXOS DE VALIDAÇÃO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09560" y="425196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Precisão · privacidade · revisão · bateria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Medware · AI Glasses Brasil 2026</a:t>
            </a:r>
            <a:endParaRPr lang="en-US" sz="75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Atender primeiro. Revisar depois.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experiência clínica mãos livres — com o médico sempre no controle.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3200400" cy="3200400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6152" y="274320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CONSULTA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MÃOS LIVRES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3444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Ray-Ban Meta + Android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98424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37176" y="1874520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sem tocar em telas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17720" y="277977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7176" y="2670048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Prontuário clínico processado localmente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17720" y="3575304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37176" y="3465576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comando de voz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617720" y="4370832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37176" y="4261104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revisa e confirma tudo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617720" y="5175504"/>
            <a:ext cx="20574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523951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“REGISTRAR IMAGEM”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39712" y="5175504"/>
            <a:ext cx="1965960" cy="384048"/>
          </a:xfrm>
          <a:prstGeom prst="roundRect">
            <a:avLst>
              <a:gd name="adj" fmla="val 19048"/>
            </a:avLst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5239512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“EMITIR ATESTADO”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979408" y="5175504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89136" y="5239512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“ENCERRAR CONSULTA”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Medware · AI Glasses Brasil 2026</a:t>
            </a:r>
            <a:endParaRPr lang="en-US" sz="75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EXPERIÊNCIA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Uma consulta, cinco momentos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consentimento ao prontuário revisado.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70048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CONSENTIR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Finalidade e autorizações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92624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80944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45536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45536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45536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CONVERSAR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163824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Áudio pelos óculos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0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68112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68112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68112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86400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voz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637776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26096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90688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0688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90688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ESTRUTURAR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808976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Prontuário com origem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48672" y="2148840"/>
            <a:ext cx="2066544" cy="2011680"/>
          </a:xfrm>
          <a:prstGeom prst="roundRect">
            <a:avLst/>
          </a:prstGeom>
          <a:solidFill>
            <a:srgbClr val="0E604B"/>
          </a:solidFill>
          <a:ln w="15240">
            <a:solidFill>
              <a:srgbClr val="0E604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13264" y="2313432"/>
            <a:ext cx="411480" cy="411480"/>
          </a:xfrm>
          <a:prstGeom prst="ellipse">
            <a:avLst/>
          </a:prstGeom>
          <a:solidFill>
            <a:srgbClr val="C8E662"/>
          </a:solidFill>
          <a:ln w="12700">
            <a:solidFill>
              <a:srgbClr val="C8E6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13264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13264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131552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DE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Editar, confirmar ou descartar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417320" y="4892040"/>
            <a:ext cx="9281160" cy="658368"/>
          </a:xfrm>
          <a:prstGeom prst="roundRect">
            <a:avLst/>
          </a:prstGeom>
          <a:solidFill>
            <a:srgbClr val="FFF3D1"/>
          </a:solidFill>
          <a:ln w="12700">
            <a:solidFill>
              <a:srgbClr val="E9B9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91640" y="5093208"/>
            <a:ext cx="8732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511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transcrição falhou em um código clínico? O sistema omite — não tenta adivinhar.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Medware · AI Glasses Brasil 2026</a:t>
            </a:r>
            <a:endParaRPr lang="en-US" sz="750" dirty="0"/>
          </a:p>
        </p:txBody>
      </p:sp>
      <p:sp>
        <p:nvSpPr>
          <p:cNvPr id="37" name="Text 35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Inteligência local. Médico no controle.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arquitetura estreita, auditável e desenhada para degradar com segurança.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2148840" cy="1261872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ÓCULOS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Áudio + câmera Meta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1693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27248" y="1965960"/>
            <a:ext cx="2148840" cy="1261872"/>
          </a:xfrm>
          <a:prstGeom prst="roundRect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ANDROID LOCAL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9184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AudioRecord + Vosk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8581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96128" y="1965960"/>
            <a:ext cx="2148840" cy="1261872"/>
          </a:xfrm>
          <a:prstGeom prst="roundRect">
            <a:avLst/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CLÍNICO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76072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Fatos + prontuário + origem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5469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5008" y="1965960"/>
            <a:ext cx="2148840" cy="1261872"/>
          </a:xfrm>
          <a:prstGeom prst="roundRect">
            <a:avLst/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 · confirmar · excluir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442448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808208" y="1965960"/>
            <a:ext cx="768096" cy="1261872"/>
          </a:xfrm>
          <a:prstGeom prst="roundRect">
            <a:avLst/>
          </a:prstGeom>
          <a:solidFill>
            <a:srgbClr val="192321"/>
          </a:solidFill>
          <a:ln w="12700">
            <a:solidFill>
              <a:srgbClr val="1923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27080" y="242316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VOZ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38770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QUANDO ALGO FALHA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4343400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Câmera ou bateria crítica → preserva o áudio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20624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5696" y="434340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Áudio dos óculos indisponível → mic do telefone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54380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63256" y="4343400"/>
            <a:ext cx="3666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Transcrição incerta → não informado, nunca inferido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3429000" y="5349240"/>
            <a:ext cx="5349240" cy="50292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03320" y="5513832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 inteligência em nuvem · retenção mínima · revisão humana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Fluxo completo entregue em arquitetura.png + arquitetura.mmd</a:t>
            </a:r>
            <a:endParaRPr lang="en-US" sz="750" dirty="0"/>
          </a:p>
        </p:txBody>
      </p:sp>
      <p:sp>
        <p:nvSpPr>
          <p:cNvPr id="33" name="Text 31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EVIDÊNCIA, EQUIPE E PRÓXIMOS PASSOS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Não é apenas uma ideia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Execução comprovada, competências complementares e um próximo teste objetivo.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3200400" cy="288036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574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1051560" y="29718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testes automatizados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584448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Android de ponta a ponta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prontuário · foto · atestado · cofre · revisão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HARDWARE REAL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2505456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239572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Captura da voz pelos óculos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434840" y="326440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4296" y="3154680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pontual com o toolkit Meta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34840" y="4023360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4296" y="39136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Autonomia por consulta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863840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NOSSO DIFERENCIAL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82128" y="250545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01584" y="2395728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Processamento clínico local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882128" y="326440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315468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Proveniência fato a fato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882128" y="4023360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01584" y="3913632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sempre no controle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" y="4965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" y="5321808"/>
            <a:ext cx="3337560" cy="0"/>
          </a:xfrm>
          <a:prstGeom prst="line">
            <a:avLst/>
          </a:prstGeom>
          <a:noFill/>
          <a:ln w="25400">
            <a:solidFill>
              <a:srgbClr val="0E60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46811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LUCAS PACHECO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57424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Android e front-end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462272" y="5321808"/>
            <a:ext cx="3337560" cy="0"/>
          </a:xfrm>
          <a:prstGeom prst="line">
            <a:avLst/>
          </a:prstGeom>
          <a:noFill/>
          <a:ln w="25400">
            <a:solidFill>
              <a:srgbClr val="0E60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62272" y="546811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MARCOS PAULO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62272" y="57424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Inteligência artificial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38744" y="5321808"/>
            <a:ext cx="3337560" cy="0"/>
          </a:xfrm>
          <a:prstGeom prst="line">
            <a:avLst/>
          </a:prstGeom>
          <a:noFill/>
          <a:ln w="25400">
            <a:solidFill>
              <a:srgbClr val="F06B4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38744" y="546811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LUCAS ISAAC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38744" y="57424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Inteligência artificial, privacidade e requisitos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971800" y="6099048"/>
            <a:ext cx="6263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604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Devolver ao médico tempo e atenção para o paciente.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Medware · AI Glasses Brasil 2026</a:t>
            </a:r>
            <a:endParaRPr lang="en-US" sz="750" dirty="0"/>
          </a:p>
        </p:txBody>
      </p:sp>
      <p:sp>
        <p:nvSpPr>
          <p:cNvPr id="35" name="Text 33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AI Glasses Brasil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Medware — Assistente de Prontuário Automático</dc:title>
  <dc:subject>Vídeo-pitch — AI Glasses Brasil 2026</dc:subject>
  <dc:creator>Equipe Medware</dc:creator>
  <cp:lastModifiedBy>Equipe Medware</cp:lastModifiedBy>
  <cp:revision>1</cp:revision>
  <dcterms:created xsi:type="dcterms:W3CDTF">2026-08-22T20:45:45Z</dcterms:created>
  <dcterms:modified xsi:type="dcterms:W3CDTF">2026-08-22T20:45:45Z</dcterms:modified>
</cp:coreProperties>
</file>